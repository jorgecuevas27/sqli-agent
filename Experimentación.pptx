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Nunito"/>
      <p:regular r:id="rId30"/>
      <p:bold r:id="rId31"/>
      <p:italic r:id="rId32"/>
      <p:boldItalic r:id="rId33"/>
    </p:embeddedFont>
    <p:embeddedFont>
      <p:font typeface="Abril Fatface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bold.fntdata"/><Relationship Id="rId30" Type="http://schemas.openxmlformats.org/officeDocument/2006/relationships/font" Target="fonts/Nunito-regular.fntdata"/><Relationship Id="rId11" Type="http://schemas.openxmlformats.org/officeDocument/2006/relationships/slide" Target="slides/slide6.xml"/><Relationship Id="rId33" Type="http://schemas.openxmlformats.org/officeDocument/2006/relationships/font" Target="fonts/Nunito-boldItalic.fntdata"/><Relationship Id="rId10" Type="http://schemas.openxmlformats.org/officeDocument/2006/relationships/slide" Target="slides/slide5.xml"/><Relationship Id="rId32" Type="http://schemas.openxmlformats.org/officeDocument/2006/relationships/font" Target="fonts/Nuni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AbrilFatface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609620b473306ab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h609620b473306ab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609620b473306ab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609620b473306ab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609620b473306a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h609620b473306a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609620b473306ab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h609620b473306ab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609620b473306ab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h609620b473306ab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609620b473306ab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h609620b473306ab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609620b473306ab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609620b473306ab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609620b473306abb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h609620b473306ab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609620b473306ab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h609620b473306ab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h609620b473306ab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h609620b473306ab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609620b473306ab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h609620b473306ab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74d9c214303c6960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h74d9c214303c696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74d9c214303c6960_1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h74d9c214303c6960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74d9c214303c6960_1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h74d9c214303c6960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8d53f336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f8d53f33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8d53f336c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f8d53f336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8d53f336c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f8d53f336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74d9c214303c6960_1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h74d9c214303c6960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74d9c214303c6960_1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h74d9c214303c6960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">
  <p:cSld name="1_Main slid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 sz="3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2" type="ctrTitle"/>
          </p:nvPr>
        </p:nvSpPr>
        <p:spPr>
          <a:xfrm>
            <a:off x="1224900" y="2957137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b="0" i="0" sz="14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30812" t="0"/>
          <a:stretch/>
        </p:blipFill>
        <p:spPr>
          <a:xfrm>
            <a:off x="90957" y="-1877"/>
            <a:ext cx="1772133" cy="88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with title 1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97325" y="104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97334" y="1628200"/>
            <a:ext cx="6147600" cy="1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b="0" i="0"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">
  <p:cSld name="1_Main slide 2">
    <p:bg>
      <p:bgPr>
        <a:solidFill>
          <a:srgbClr val="FF3A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1224900" y="1728443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 sz="3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2" type="ctrTitle"/>
          </p:nvPr>
        </p:nvSpPr>
        <p:spPr>
          <a:xfrm>
            <a:off x="1224900" y="2945026"/>
            <a:ext cx="6694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b="0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/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32597" t="0"/>
          <a:stretch/>
        </p:blipFill>
        <p:spPr>
          <a:xfrm>
            <a:off x="90957" y="-1877"/>
            <a:ext cx="1726413" cy="88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">
  <p:cSld name="1_Main slide 3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2" type="ctrTitle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b="0" i="0" sz="14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/>
        </p:txBody>
      </p:sp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28704" t="0"/>
          <a:stretch/>
        </p:blipFill>
        <p:spPr>
          <a:xfrm>
            <a:off x="7317868" y="4321238"/>
            <a:ext cx="1826132" cy="88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slide">
  <p:cSld name="1_Main slide 4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ctrTitle"/>
          </p:nvPr>
        </p:nvSpPr>
        <p:spPr>
          <a:xfrm>
            <a:off x="5653979" y="1607530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ctrTitle"/>
          </p:nvPr>
        </p:nvSpPr>
        <p:spPr>
          <a:xfrm>
            <a:off x="5653978" y="2932221"/>
            <a:ext cx="2840117" cy="12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b="0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1800">
                <a:solidFill>
                  <a:srgbClr val="7F8D99"/>
                </a:solidFill>
              </a:defRPr>
            </a:lvl9pPr>
          </a:lstStyle>
          <a:p/>
        </p:txBody>
      </p:sp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32720" t="0"/>
          <a:stretch/>
        </p:blipFill>
        <p:spPr>
          <a:xfrm>
            <a:off x="7420738" y="4423912"/>
            <a:ext cx="1723262" cy="884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slide with text and title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ctrTitle"/>
          </p:nvPr>
        </p:nvSpPr>
        <p:spPr>
          <a:xfrm>
            <a:off x="581729" y="1049938"/>
            <a:ext cx="3396000" cy="15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400"/>
              <a:buNone/>
              <a:defRPr b="1" i="0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" name="Google Shape;30;p7"/>
          <p:cNvSpPr txBox="1"/>
          <p:nvPr>
            <p:ph idx="1" type="subTitle"/>
          </p:nvPr>
        </p:nvSpPr>
        <p:spPr>
          <a:xfrm>
            <a:off x="756179" y="3108475"/>
            <a:ext cx="30471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31" name="Google Shape;31;p7"/>
          <p:cNvSpPr/>
          <p:nvPr/>
        </p:nvSpPr>
        <p:spPr>
          <a:xfrm>
            <a:off x="2196629" y="37460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7"/>
          <p:cNvSpPr/>
          <p:nvPr/>
        </p:nvSpPr>
        <p:spPr>
          <a:xfrm>
            <a:off x="2196629" y="3018575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/>
          <p:cNvPicPr preferRelativeResize="0"/>
          <p:nvPr/>
        </p:nvPicPr>
        <p:blipFill rotWithShape="1">
          <a:blip r:embed="rId2">
            <a:alphaModFix/>
          </a:blip>
          <a:srcRect b="14877" l="10152" r="612" t="9800"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5042452" y="589721"/>
            <a:ext cx="3821973" cy="4240696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8"/>
          <p:cNvSpPr txBox="1"/>
          <p:nvPr>
            <p:ph type="ctrTitle"/>
          </p:nvPr>
        </p:nvSpPr>
        <p:spPr>
          <a:xfrm>
            <a:off x="5336324" y="900355"/>
            <a:ext cx="2598600" cy="9955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i="0" sz="2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5336424" y="2100355"/>
            <a:ext cx="3270862" cy="17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9" name="Google Shape;39;p8"/>
          <p:cNvSpPr/>
          <p:nvPr/>
        </p:nvSpPr>
        <p:spPr>
          <a:xfrm>
            <a:off x="5442296" y="1979400"/>
            <a:ext cx="166200" cy="3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with title 1">
  <p:cSld name="1_Text slide with title 1">
    <p:bg>
      <p:bgPr>
        <a:solidFill>
          <a:srgbClr val="FF3A00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397325" y="104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397334" y="1628200"/>
            <a:ext cx="6147600" cy="1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b="0" i="0"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200">
                <a:solidFill>
                  <a:srgbClr val="999999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200">
                <a:solidFill>
                  <a:srgbClr val="999999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2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44" name="Google Shape;4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447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with title" type="title">
  <p:cSld name="TITL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subTitle"/>
          </p:nvPr>
        </p:nvSpPr>
        <p:spPr>
          <a:xfrm>
            <a:off x="548800" y="2667225"/>
            <a:ext cx="30471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0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type="ctrTitle"/>
          </p:nvPr>
        </p:nvSpPr>
        <p:spPr>
          <a:xfrm>
            <a:off x="548800" y="1504585"/>
            <a:ext cx="2840117" cy="10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/>
        </p:txBody>
      </p:sp>
      <p:pic>
        <p:nvPicPr>
          <p:cNvPr id="49" name="Google Shape;4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text and quote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429581" y="2871343"/>
            <a:ext cx="36588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2" type="title"/>
          </p:nvPr>
        </p:nvSpPr>
        <p:spPr>
          <a:xfrm>
            <a:off x="5010425" y="427975"/>
            <a:ext cx="37884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5010425" y="1422175"/>
            <a:ext cx="37224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54" name="Google Shape;54;p11"/>
          <p:cNvSpPr txBox="1"/>
          <p:nvPr>
            <p:ph idx="3" type="subTitle"/>
          </p:nvPr>
        </p:nvSpPr>
        <p:spPr>
          <a:xfrm>
            <a:off x="5010425" y="2846806"/>
            <a:ext cx="37224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55" name="Google Shape;5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two columns" type="twoColTx">
  <p:cSld name="TITLE_AND_TWO_COLUMN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105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b="1" i="0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" type="subTitle"/>
          </p:nvPr>
        </p:nvSpPr>
        <p:spPr>
          <a:xfrm>
            <a:off x="673179" y="2226950"/>
            <a:ext cx="3252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59" name="Google Shape;59;p12"/>
          <p:cNvSpPr txBox="1"/>
          <p:nvPr>
            <p:ph idx="2" type="subTitle"/>
          </p:nvPr>
        </p:nvSpPr>
        <p:spPr>
          <a:xfrm>
            <a:off x="673179" y="2661975"/>
            <a:ext cx="32520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3" type="subTitle"/>
          </p:nvPr>
        </p:nvSpPr>
        <p:spPr>
          <a:xfrm>
            <a:off x="4785325" y="2226950"/>
            <a:ext cx="3252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61" name="Google Shape;61;p12"/>
          <p:cNvSpPr txBox="1"/>
          <p:nvPr>
            <p:ph idx="4" type="subTitle"/>
          </p:nvPr>
        </p:nvSpPr>
        <p:spPr>
          <a:xfrm>
            <a:off x="4785325" y="2661975"/>
            <a:ext cx="32520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62" name="Google Shape;6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three columns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 sz="1800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2" type="subTitle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3" type="subTitle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4" type="subTitle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5" type="subTitle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6" type="subTitle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three columns">
  <p:cSld name="1_Slide with three columns">
    <p:bg>
      <p:bgPr>
        <a:solidFill>
          <a:srgbClr val="FF3A0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575640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2" type="subTitle"/>
          </p:nvPr>
        </p:nvSpPr>
        <p:spPr>
          <a:xfrm>
            <a:off x="575640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3" type="subTitle"/>
          </p:nvPr>
        </p:nvSpPr>
        <p:spPr>
          <a:xfrm>
            <a:off x="3355575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4" type="subTitle"/>
          </p:nvPr>
        </p:nvSpPr>
        <p:spPr>
          <a:xfrm>
            <a:off x="3355575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5" type="subTitle"/>
          </p:nvPr>
        </p:nvSpPr>
        <p:spPr>
          <a:xfrm>
            <a:off x="6119761" y="2167675"/>
            <a:ext cx="2448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6" type="subTitle"/>
          </p:nvPr>
        </p:nvSpPr>
        <p:spPr>
          <a:xfrm>
            <a:off x="6119761" y="2503926"/>
            <a:ext cx="24486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80" name="Google Shape;8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5447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six columns">
  <p:cSld name="CUSTOM_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-510875" y="762500"/>
            <a:ext cx="1016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b="1" i="0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575640" y="1833888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9pPr>
          </a:lstStyle>
          <a:p/>
        </p:txBody>
      </p:sp>
      <p:sp>
        <p:nvSpPr>
          <p:cNvPr id="84" name="Google Shape;84;p15"/>
          <p:cNvSpPr txBox="1"/>
          <p:nvPr>
            <p:ph idx="2" type="subTitle"/>
          </p:nvPr>
        </p:nvSpPr>
        <p:spPr>
          <a:xfrm>
            <a:off x="575650" y="2170145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85" name="Google Shape;85;p15"/>
          <p:cNvSpPr txBox="1"/>
          <p:nvPr>
            <p:ph idx="3" type="subTitle"/>
          </p:nvPr>
        </p:nvSpPr>
        <p:spPr>
          <a:xfrm>
            <a:off x="3355575" y="1833888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4" type="subTitle"/>
          </p:nvPr>
        </p:nvSpPr>
        <p:spPr>
          <a:xfrm>
            <a:off x="3355577" y="2170145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5" type="subTitle"/>
          </p:nvPr>
        </p:nvSpPr>
        <p:spPr>
          <a:xfrm>
            <a:off x="6119761" y="1833888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9pPr>
          </a:lstStyle>
          <a:p/>
        </p:txBody>
      </p:sp>
      <p:sp>
        <p:nvSpPr>
          <p:cNvPr id="88" name="Google Shape;88;p15"/>
          <p:cNvSpPr txBox="1"/>
          <p:nvPr>
            <p:ph idx="6" type="subTitle"/>
          </p:nvPr>
        </p:nvSpPr>
        <p:spPr>
          <a:xfrm>
            <a:off x="6119756" y="2170145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7" type="subTitle"/>
          </p:nvPr>
        </p:nvSpPr>
        <p:spPr>
          <a:xfrm>
            <a:off x="575640" y="3144463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idx="8" type="subTitle"/>
          </p:nvPr>
        </p:nvSpPr>
        <p:spPr>
          <a:xfrm>
            <a:off x="575650" y="3480720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9" type="subTitle"/>
          </p:nvPr>
        </p:nvSpPr>
        <p:spPr>
          <a:xfrm>
            <a:off x="3355575" y="3144463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9pPr>
          </a:lstStyle>
          <a:p/>
        </p:txBody>
      </p:sp>
      <p:sp>
        <p:nvSpPr>
          <p:cNvPr id="92" name="Google Shape;92;p15"/>
          <p:cNvSpPr txBox="1"/>
          <p:nvPr>
            <p:ph idx="13" type="subTitle"/>
          </p:nvPr>
        </p:nvSpPr>
        <p:spPr>
          <a:xfrm>
            <a:off x="3355577" y="3480720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4" type="subTitle"/>
          </p:nvPr>
        </p:nvSpPr>
        <p:spPr>
          <a:xfrm>
            <a:off x="6119761" y="3144463"/>
            <a:ext cx="2448600" cy="3362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15" type="subTitle"/>
          </p:nvPr>
        </p:nvSpPr>
        <p:spPr>
          <a:xfrm>
            <a:off x="6119756" y="3480720"/>
            <a:ext cx="2448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BLANK_2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5305775" y="415603"/>
            <a:ext cx="3451800" cy="4348596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 txBox="1"/>
          <p:nvPr>
            <p:ph type="ctrTitle"/>
          </p:nvPr>
        </p:nvSpPr>
        <p:spPr>
          <a:xfrm>
            <a:off x="5739850" y="764829"/>
            <a:ext cx="2598600" cy="855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i="0" sz="2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98" name="Google Shape;9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 slide with big number">
  <p:cSld name="BIG_NUMBER">
    <p:bg>
      <p:bgPr>
        <a:solidFill>
          <a:srgbClr val="FF3A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hasCustomPrompt="1" type="title"/>
          </p:nvPr>
        </p:nvSpPr>
        <p:spPr>
          <a:xfrm>
            <a:off x="311700" y="12585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b="1" i="0" sz="8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1881147" y="3077100"/>
            <a:ext cx="53817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02" name="Google Shape;10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447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 slide with big number">
  <p:cSld name="1_Red slide with big number"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12585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b="1" i="0" sz="8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1" type="subTitle"/>
          </p:nvPr>
        </p:nvSpPr>
        <p:spPr>
          <a:xfrm>
            <a:off x="1881147" y="3077100"/>
            <a:ext cx="53817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text and title">
  <p:cSld name="CUSTOM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436100" y="711175"/>
            <a:ext cx="8099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title">
  <p:cSld name="CUSTOM_8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subtitles">
  <p:cSld name="CUSTOM_10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5746545" y="675225"/>
            <a:ext cx="1991218" cy="87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4800"/>
              <a:buNone/>
              <a:defRPr b="1" i="0" sz="3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3582925" y="1400175"/>
            <a:ext cx="6164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title"/>
          </p:nvPr>
        </p:nvSpPr>
        <p:spPr>
          <a:xfrm>
            <a:off x="5746545" y="1939575"/>
            <a:ext cx="1991218" cy="87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4800"/>
              <a:buNone/>
              <a:defRPr b="1" i="0" sz="3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582925" y="2664525"/>
            <a:ext cx="6164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title"/>
          </p:nvPr>
        </p:nvSpPr>
        <p:spPr>
          <a:xfrm>
            <a:off x="5746545" y="3203925"/>
            <a:ext cx="1991218" cy="87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4800"/>
              <a:buNone/>
              <a:defRPr b="1" i="0" sz="32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3582925" y="3928875"/>
            <a:ext cx="6164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six columns and gray title">
  <p:cSld name="CUSTOM_4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208200" y="249225"/>
            <a:ext cx="3560236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b="1" i="0" sz="16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1" type="subTitle"/>
          </p:nvPr>
        </p:nvSpPr>
        <p:spPr>
          <a:xfrm>
            <a:off x="1015950" y="1895775"/>
            <a:ext cx="1815361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05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2" type="subTitle"/>
          </p:nvPr>
        </p:nvSpPr>
        <p:spPr>
          <a:xfrm>
            <a:off x="1015950" y="2431473"/>
            <a:ext cx="1807800" cy="7827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3" type="subTitle"/>
          </p:nvPr>
        </p:nvSpPr>
        <p:spPr>
          <a:xfrm>
            <a:off x="3482250" y="1895775"/>
            <a:ext cx="2066495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05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9pPr>
          </a:lstStyle>
          <a:p/>
        </p:txBody>
      </p:sp>
      <p:sp>
        <p:nvSpPr>
          <p:cNvPr id="127" name="Google Shape;127;p22"/>
          <p:cNvSpPr txBox="1"/>
          <p:nvPr>
            <p:ph idx="4" type="subTitle"/>
          </p:nvPr>
        </p:nvSpPr>
        <p:spPr>
          <a:xfrm>
            <a:off x="3482250" y="2431473"/>
            <a:ext cx="1807800" cy="7827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5" type="subTitle"/>
          </p:nvPr>
        </p:nvSpPr>
        <p:spPr>
          <a:xfrm>
            <a:off x="1015950" y="3289825"/>
            <a:ext cx="1815361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05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9pPr>
          </a:lstStyle>
          <a:p/>
        </p:txBody>
      </p:sp>
      <p:sp>
        <p:nvSpPr>
          <p:cNvPr id="129" name="Google Shape;129;p22"/>
          <p:cNvSpPr txBox="1"/>
          <p:nvPr>
            <p:ph idx="6" type="subTitle"/>
          </p:nvPr>
        </p:nvSpPr>
        <p:spPr>
          <a:xfrm>
            <a:off x="1015950" y="3825523"/>
            <a:ext cx="1807800" cy="7827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30" name="Google Shape;130;p22"/>
          <p:cNvSpPr txBox="1"/>
          <p:nvPr>
            <p:ph idx="7" type="subTitle"/>
          </p:nvPr>
        </p:nvSpPr>
        <p:spPr>
          <a:xfrm>
            <a:off x="3482250" y="3289825"/>
            <a:ext cx="2066495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05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31" name="Google Shape;131;p22"/>
          <p:cNvSpPr txBox="1"/>
          <p:nvPr/>
        </p:nvSpPr>
        <p:spPr>
          <a:xfrm>
            <a:off x="3475132" y="3825523"/>
            <a:ext cx="1807800" cy="7827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 and white slide">
  <p:cSld name="CUSTOM_5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/>
          <p:nvPr/>
        </p:nvSpPr>
        <p:spPr>
          <a:xfrm>
            <a:off x="0" y="0"/>
            <a:ext cx="2947800" cy="5143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3"/>
          <p:cNvSpPr txBox="1"/>
          <p:nvPr>
            <p:ph type="title"/>
          </p:nvPr>
        </p:nvSpPr>
        <p:spPr>
          <a:xfrm>
            <a:off x="269550" y="2285400"/>
            <a:ext cx="240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b="1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idx="2" type="title"/>
          </p:nvPr>
        </p:nvSpPr>
        <p:spPr>
          <a:xfrm>
            <a:off x="3148075" y="154075"/>
            <a:ext cx="580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b="1" i="0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A0A0"/>
              </a:buClr>
              <a:buSzPts val="2400"/>
              <a:buNone/>
              <a:defRPr sz="2400">
                <a:solidFill>
                  <a:srgbClr val="A0A0A0"/>
                </a:solidFill>
              </a:defRPr>
            </a:lvl9pPr>
          </a:lstStyle>
          <a:p/>
        </p:txBody>
      </p:sp>
      <p:sp>
        <p:nvSpPr>
          <p:cNvPr id="137" name="Google Shape;137;p23"/>
          <p:cNvSpPr txBox="1"/>
          <p:nvPr>
            <p:ph idx="1" type="subTitle"/>
          </p:nvPr>
        </p:nvSpPr>
        <p:spPr>
          <a:xfrm>
            <a:off x="3720475" y="1274525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4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38" name="Google Shape;138;p23"/>
          <p:cNvSpPr txBox="1"/>
          <p:nvPr>
            <p:ph idx="3" type="subTitle"/>
          </p:nvPr>
        </p:nvSpPr>
        <p:spPr>
          <a:xfrm>
            <a:off x="3720475" y="1957138"/>
            <a:ext cx="1962900" cy="900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39" name="Google Shape;139;p23"/>
          <p:cNvSpPr txBox="1"/>
          <p:nvPr>
            <p:ph idx="4" type="subTitle"/>
          </p:nvPr>
        </p:nvSpPr>
        <p:spPr>
          <a:xfrm>
            <a:off x="3720475" y="2889100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4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9pPr>
          </a:lstStyle>
          <a:p/>
        </p:txBody>
      </p:sp>
      <p:sp>
        <p:nvSpPr>
          <p:cNvPr id="140" name="Google Shape;140;p23"/>
          <p:cNvSpPr txBox="1"/>
          <p:nvPr>
            <p:ph idx="5" type="subTitle"/>
          </p:nvPr>
        </p:nvSpPr>
        <p:spPr>
          <a:xfrm>
            <a:off x="3720475" y="3571713"/>
            <a:ext cx="1962900" cy="900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6" type="subTitle"/>
          </p:nvPr>
        </p:nvSpPr>
        <p:spPr>
          <a:xfrm>
            <a:off x="6820700" y="1266450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4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7" type="subTitle"/>
          </p:nvPr>
        </p:nvSpPr>
        <p:spPr>
          <a:xfrm>
            <a:off x="6820700" y="1949063"/>
            <a:ext cx="1962900" cy="900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8" type="subTitle"/>
          </p:nvPr>
        </p:nvSpPr>
        <p:spPr>
          <a:xfrm>
            <a:off x="6820700" y="2889100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4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400"/>
            </a:lvl9pPr>
          </a:lstStyle>
          <a:p/>
        </p:txBody>
      </p:sp>
      <p:sp>
        <p:nvSpPr>
          <p:cNvPr id="144" name="Google Shape;144;p23"/>
          <p:cNvSpPr txBox="1"/>
          <p:nvPr>
            <p:ph idx="9" type="subTitle"/>
          </p:nvPr>
        </p:nvSpPr>
        <p:spPr>
          <a:xfrm>
            <a:off x="6820700" y="3571713"/>
            <a:ext cx="1962900" cy="900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145" name="Google Shape;14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 slide with four columns">
  <p:cSld name="CUSTOM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/>
          <p:nvPr/>
        </p:nvSpPr>
        <p:spPr>
          <a:xfrm>
            <a:off x="0" y="-13675"/>
            <a:ext cx="2286000" cy="5161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2285991" y="-13675"/>
            <a:ext cx="2286000" cy="5161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4571983" y="-4625"/>
            <a:ext cx="2286000" cy="5161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6857974" y="-4625"/>
            <a:ext cx="2286000" cy="5161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 txBox="1"/>
          <p:nvPr>
            <p:ph idx="1" type="subTitle"/>
          </p:nvPr>
        </p:nvSpPr>
        <p:spPr>
          <a:xfrm>
            <a:off x="114000" y="1880525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800"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800"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800"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800"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52" name="Google Shape;152;p24"/>
          <p:cNvSpPr txBox="1"/>
          <p:nvPr>
            <p:ph idx="2" type="subTitle"/>
          </p:nvPr>
        </p:nvSpPr>
        <p:spPr>
          <a:xfrm>
            <a:off x="114000" y="2987150"/>
            <a:ext cx="19629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53" name="Google Shape;153;p24"/>
          <p:cNvSpPr/>
          <p:nvPr/>
        </p:nvSpPr>
        <p:spPr>
          <a:xfrm flipH="1" rot="10800000">
            <a:off x="1024568" y="2813640"/>
            <a:ext cx="236864" cy="4572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4"/>
          <p:cNvSpPr/>
          <p:nvPr/>
        </p:nvSpPr>
        <p:spPr>
          <a:xfrm flipH="1" rot="10800000">
            <a:off x="3310543" y="2813640"/>
            <a:ext cx="236864" cy="4572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 flipH="1" rot="10800000">
            <a:off x="5596518" y="2813640"/>
            <a:ext cx="236864" cy="4572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/>
          <p:nvPr/>
        </p:nvSpPr>
        <p:spPr>
          <a:xfrm flipH="1" rot="10800000">
            <a:off x="7882568" y="2848590"/>
            <a:ext cx="236864" cy="4572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 txBox="1"/>
          <p:nvPr>
            <p:ph idx="3" type="subTitle"/>
          </p:nvPr>
        </p:nvSpPr>
        <p:spPr>
          <a:xfrm>
            <a:off x="2399988" y="1880525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800"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800"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800"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800"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58" name="Google Shape;158;p24"/>
          <p:cNvSpPr txBox="1"/>
          <p:nvPr>
            <p:ph idx="4" type="subTitle"/>
          </p:nvPr>
        </p:nvSpPr>
        <p:spPr>
          <a:xfrm>
            <a:off x="2399988" y="2987150"/>
            <a:ext cx="19629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59" name="Google Shape;159;p24"/>
          <p:cNvSpPr txBox="1"/>
          <p:nvPr>
            <p:ph idx="5" type="subTitle"/>
          </p:nvPr>
        </p:nvSpPr>
        <p:spPr>
          <a:xfrm>
            <a:off x="4685975" y="1880525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800"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800"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800"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800"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6" type="subTitle"/>
          </p:nvPr>
        </p:nvSpPr>
        <p:spPr>
          <a:xfrm>
            <a:off x="4685975" y="2987150"/>
            <a:ext cx="19629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61" name="Google Shape;161;p24"/>
          <p:cNvSpPr txBox="1"/>
          <p:nvPr>
            <p:ph idx="7" type="subTitle"/>
          </p:nvPr>
        </p:nvSpPr>
        <p:spPr>
          <a:xfrm>
            <a:off x="6971950" y="1880525"/>
            <a:ext cx="2058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i="0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800"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800"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800"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800"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800"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8" type="subTitle"/>
          </p:nvPr>
        </p:nvSpPr>
        <p:spPr>
          <a:xfrm>
            <a:off x="6971950" y="2987150"/>
            <a:ext cx="19629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163" name="Google Shape;16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 with two columns">
  <p:cSld name="CUSTOM_6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706200" y="2807225"/>
            <a:ext cx="362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b="1" i="0" sz="18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66" name="Google Shape;166;p25"/>
          <p:cNvSpPr txBox="1"/>
          <p:nvPr>
            <p:ph idx="2" type="title"/>
          </p:nvPr>
        </p:nvSpPr>
        <p:spPr>
          <a:xfrm>
            <a:off x="4808275" y="2807225"/>
            <a:ext cx="362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b="1" i="0" sz="18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67" name="Google Shape;167;p25"/>
          <p:cNvSpPr txBox="1"/>
          <p:nvPr>
            <p:ph idx="1" type="subTitle"/>
          </p:nvPr>
        </p:nvSpPr>
        <p:spPr>
          <a:xfrm>
            <a:off x="768750" y="3414125"/>
            <a:ext cx="35043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68" name="Google Shape;168;p25"/>
          <p:cNvSpPr txBox="1"/>
          <p:nvPr>
            <p:ph idx="3" type="subTitle"/>
          </p:nvPr>
        </p:nvSpPr>
        <p:spPr>
          <a:xfrm>
            <a:off x="4870825" y="3414125"/>
            <a:ext cx="35043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169" name="Google Shape;16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text and title 1">
  <p:cSld name="CUSTOM_1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idx="1" type="subTitle"/>
          </p:nvPr>
        </p:nvSpPr>
        <p:spPr>
          <a:xfrm>
            <a:off x="798800" y="2248125"/>
            <a:ext cx="31395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72" name="Google Shape;172;p26"/>
          <p:cNvSpPr txBox="1"/>
          <p:nvPr>
            <p:ph type="title"/>
          </p:nvPr>
        </p:nvSpPr>
        <p:spPr>
          <a:xfrm>
            <a:off x="798800" y="1583075"/>
            <a:ext cx="342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8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pic>
        <p:nvPicPr>
          <p:cNvPr id="173" name="Google Shape;17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with red title">
  <p:cSld name="CUSTOM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idx="1" type="subTitle"/>
          </p:nvPr>
        </p:nvSpPr>
        <p:spPr>
          <a:xfrm>
            <a:off x="798800" y="2248125"/>
            <a:ext cx="31395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type="title"/>
          </p:nvPr>
        </p:nvSpPr>
        <p:spPr>
          <a:xfrm>
            <a:off x="798800" y="1583075"/>
            <a:ext cx="342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8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pic>
        <p:nvPicPr>
          <p:cNvPr id="177" name="Google Shape;17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1_Title and Subtitl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8"/>
          <p:cNvPicPr preferRelativeResize="0"/>
          <p:nvPr/>
        </p:nvPicPr>
        <p:blipFill rotWithShape="1">
          <a:blip r:embed="rId2">
            <a:alphaModFix/>
          </a:blip>
          <a:srcRect b="14877" l="10152" r="612" t="9800"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8"/>
          <p:cNvSpPr/>
          <p:nvPr/>
        </p:nvSpPr>
        <p:spPr>
          <a:xfrm>
            <a:off x="5042452" y="589721"/>
            <a:ext cx="3821973" cy="424069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 txBox="1"/>
          <p:nvPr>
            <p:ph type="ctrTitle"/>
          </p:nvPr>
        </p:nvSpPr>
        <p:spPr>
          <a:xfrm>
            <a:off x="5336324" y="900355"/>
            <a:ext cx="25986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i="0" sz="2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1" type="subTitle"/>
          </p:nvPr>
        </p:nvSpPr>
        <p:spPr>
          <a:xfrm>
            <a:off x="5336424" y="2100355"/>
            <a:ext cx="3270862" cy="17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3" name="Google Shape;183;p28"/>
          <p:cNvSpPr/>
          <p:nvPr/>
        </p:nvSpPr>
        <p:spPr>
          <a:xfrm>
            <a:off x="5442296" y="197940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two columns">
  <p:cSld name="1_Slide with two columns">
    <p:bg>
      <p:bgPr>
        <a:solidFill>
          <a:srgbClr val="FF3A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105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 b="1" i="0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F3A"/>
              </a:buClr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sp>
        <p:nvSpPr>
          <p:cNvPr id="187" name="Google Shape;187;p29"/>
          <p:cNvSpPr/>
          <p:nvPr/>
        </p:nvSpPr>
        <p:spPr>
          <a:xfrm>
            <a:off x="791700" y="4187374"/>
            <a:ext cx="290788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 txBox="1"/>
          <p:nvPr>
            <p:ph idx="1" type="subTitle"/>
          </p:nvPr>
        </p:nvSpPr>
        <p:spPr>
          <a:xfrm>
            <a:off x="673179" y="2226950"/>
            <a:ext cx="3252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2" type="subTitle"/>
          </p:nvPr>
        </p:nvSpPr>
        <p:spPr>
          <a:xfrm>
            <a:off x="673179" y="2661975"/>
            <a:ext cx="32520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90" name="Google Shape;190;p29"/>
          <p:cNvSpPr txBox="1"/>
          <p:nvPr>
            <p:ph idx="3" type="subTitle"/>
          </p:nvPr>
        </p:nvSpPr>
        <p:spPr>
          <a:xfrm>
            <a:off x="4785325" y="2226950"/>
            <a:ext cx="3252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4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91" name="Google Shape;191;p29"/>
          <p:cNvSpPr txBox="1"/>
          <p:nvPr>
            <p:ph idx="4" type="subTitle"/>
          </p:nvPr>
        </p:nvSpPr>
        <p:spPr>
          <a:xfrm>
            <a:off x="4785325" y="2661975"/>
            <a:ext cx="32520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i="0" sz="10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2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92" name="Google Shape;192;p29"/>
          <p:cNvSpPr/>
          <p:nvPr/>
        </p:nvSpPr>
        <p:spPr>
          <a:xfrm>
            <a:off x="5040971" y="4187374"/>
            <a:ext cx="290788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5447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title">
  <p:cSld name="1_Slide with title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299700" y="911325"/>
            <a:ext cx="854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8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CC3F3A"/>
                </a:solidFill>
              </a:defRPr>
            </a:lvl9pPr>
          </a:lstStyle>
          <a:p/>
        </p:txBody>
      </p:sp>
      <p:pic>
        <p:nvPicPr>
          <p:cNvPr id="197" name="Google Shape;19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b="0" i="0" sz="2800" u="none" cap="none" strike="noStrik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b="0" i="0" sz="2800" u="none" cap="none" strike="noStrik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b="0" i="0" sz="2800" u="none" cap="none" strike="noStrik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b="0" i="0" sz="2800" u="none" cap="none" strike="noStrik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b="0" i="0" sz="2800" u="none" cap="none" strike="noStrik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b="0" i="0" sz="2800" u="none" cap="none" strike="noStrik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b="0" i="0" sz="2800" u="none" cap="none" strike="noStrik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b="0" i="0" sz="2800" u="none" cap="none" strike="noStrik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Font typeface="Abril Fatface"/>
              <a:buNone/>
              <a:defRPr b="0" i="0" sz="2800" u="none" cap="none" strike="noStrike">
                <a:solidFill>
                  <a:srgbClr val="7F8D99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609675"/>
            <a:ext cx="85206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"/>
              <a:buChar char="●"/>
              <a:defRPr b="0" i="0" sz="16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○"/>
              <a:defRPr b="0" i="0" sz="15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Nunito"/>
              <a:buChar char="■"/>
              <a:defRPr b="0" i="0" sz="14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"/>
              <a:buChar char="○"/>
              <a:defRPr b="0" i="0" sz="1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●"/>
              <a:defRPr b="0" i="0" sz="10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Nunito"/>
              <a:buChar char="■"/>
              <a:defRPr b="0" i="0" sz="10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un7zOTJRi8-NAlvCw1mdy28_0iuC46yV/view" TargetMode="External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VEjvO6xj_6h5Q82LhkYkNohdX2Q0edS2/view" TargetMode="External"/><Relationship Id="rId4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W5W9O7dIvLRS3DMGyesLaeKFGUOP_URk/view" TargetMode="External"/><Relationship Id="rId4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ctrTitle"/>
          </p:nvPr>
        </p:nvSpPr>
        <p:spPr>
          <a:xfrm>
            <a:off x="1224900" y="1676851"/>
            <a:ext cx="66942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</a:pPr>
            <a:r>
              <a:rPr lang="es" sz="2000"/>
              <a:t>Diseño e implementación de agente autónomo basado en SLMs para detección y explotación de vulnerabilidades SQL en aplicaciones web en Linux</a:t>
            </a:r>
            <a:endParaRPr sz="2000"/>
          </a:p>
        </p:txBody>
      </p:sp>
      <p:sp>
        <p:nvSpPr>
          <p:cNvPr id="203" name="Google Shape;203;p31"/>
          <p:cNvSpPr txBox="1"/>
          <p:nvPr>
            <p:ph idx="2" type="ctrTitle"/>
          </p:nvPr>
        </p:nvSpPr>
        <p:spPr>
          <a:xfrm>
            <a:off x="1224900" y="2834316"/>
            <a:ext cx="66942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r>
              <a:rPr lang="es"/>
              <a:t>Línea: Redes y ciberseguridad / Seguridad de sistemas y aplicaciones</a:t>
            </a:r>
            <a:br>
              <a:rPr lang="es"/>
            </a:br>
            <a:br>
              <a:rPr lang="es"/>
            </a:br>
            <a:endParaRPr/>
          </a:p>
        </p:txBody>
      </p:sp>
      <p:sp>
        <p:nvSpPr>
          <p:cNvPr id="204" name="Google Shape;204;p31"/>
          <p:cNvSpPr txBox="1"/>
          <p:nvPr/>
        </p:nvSpPr>
        <p:spPr>
          <a:xfrm>
            <a:off x="5203901" y="225486"/>
            <a:ext cx="3880757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FACULTAD DE INGENIERÍA</a:t>
            </a:r>
            <a:endParaRPr b="0" i="0" sz="1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CARRERA DE INGENIERÍA DE SISTEMAS</a:t>
            </a:r>
            <a:endParaRPr b="0" i="0" sz="1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20942" y="4654146"/>
            <a:ext cx="3413634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rPr>
              <a:t>SEMINARIO DE INVESTIGACIÓN I</a:t>
            </a:r>
            <a:endParaRPr b="0" i="0" sz="1000" u="none" cap="none" strike="noStrike">
              <a:solidFill>
                <a:srgbClr val="FF3A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20940" y="4850975"/>
            <a:ext cx="952933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rPr>
              <a:t>202</a:t>
            </a:r>
            <a:r>
              <a:rPr lang="es" sz="1000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0" i="0" lang="es" sz="1000" u="none" cap="none" strike="noStrike">
                <a:solidFill>
                  <a:srgbClr val="FF3A00"/>
                </a:solidFill>
                <a:latin typeface="Verdana"/>
                <a:ea typeface="Verdana"/>
                <a:cs typeface="Verdana"/>
                <a:sym typeface="Verdana"/>
              </a:rPr>
              <a:t>-1</a:t>
            </a:r>
            <a:endParaRPr b="0" i="0" sz="1000" u="none" cap="none" strike="noStrike">
              <a:solidFill>
                <a:srgbClr val="FF3A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2310222" y="3502099"/>
            <a:ext cx="4281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Alumno(s):</a:t>
            </a:r>
            <a:endParaRPr b="0" i="0" sz="1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Victor Camarena Paredes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Jorge Cuevas Serrato</a:t>
            </a:r>
            <a:r>
              <a:rPr b="0" i="0" lang="e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Asesor: Henry </a:t>
            </a:r>
            <a:r>
              <a:rPr lang="es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Wong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397325" y="743025"/>
            <a:ext cx="85206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</a:pPr>
            <a:r>
              <a:rPr lang="es" sz="3500"/>
              <a:t>Índice </a:t>
            </a:r>
            <a:endParaRPr sz="3900"/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397334" y="1628200"/>
            <a:ext cx="7824832" cy="1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2200"/>
              <a:buChar char="●"/>
            </a:pPr>
            <a:r>
              <a:rPr lang="es" sz="2200"/>
              <a:t>Worflows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" sz="2200"/>
              <a:t>Fases de implementación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167650" y="66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</a:rPr>
              <a:t>0. </a:t>
            </a:r>
            <a:r>
              <a:rPr lang="es" sz="1600">
                <a:solidFill>
                  <a:schemeClr val="dk1"/>
                </a:solidFill>
              </a:rPr>
              <a:t>WORKFLOW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19" name="Google Shape;2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50" y="510488"/>
            <a:ext cx="8384325" cy="41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3"/>
          <p:cNvSpPr/>
          <p:nvPr/>
        </p:nvSpPr>
        <p:spPr>
          <a:xfrm>
            <a:off x="1717275" y="2968475"/>
            <a:ext cx="1406700" cy="143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/>
        </p:nvSpPr>
        <p:spPr>
          <a:xfrm>
            <a:off x="145525" y="128700"/>
            <a:ext cx="883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 1: Actividad 1 (Pruebas manuales de SQL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Injection Por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pentester real)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4"/>
          <p:cNvSpPr txBox="1"/>
          <p:nvPr/>
        </p:nvSpPr>
        <p:spPr>
          <a:xfrm>
            <a:off x="2737200" y="4319950"/>
            <a:ext cx="3669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highlight>
                  <a:schemeClr val="accent6"/>
                </a:highlight>
                <a:latin typeface="Nunito"/>
                <a:ea typeface="Nunito"/>
                <a:cs typeface="Nunito"/>
                <a:sym typeface="Nunito"/>
              </a:rPr>
              <a:t>Ip kali linux: 10.0.2.3</a:t>
            </a:r>
            <a:endParaRPr sz="1600">
              <a:solidFill>
                <a:srgbClr val="434343"/>
              </a:solidFill>
              <a:highlight>
                <a:schemeClr val="accent6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364750" y="695050"/>
            <a:ext cx="18981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8" name="Google Shape;22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575" y="1104900"/>
            <a:ext cx="647700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4"/>
          <p:cNvSpPr/>
          <p:nvPr/>
        </p:nvSpPr>
        <p:spPr>
          <a:xfrm>
            <a:off x="1325575" y="3039525"/>
            <a:ext cx="2637900" cy="163500"/>
          </a:xfrm>
          <a:prstGeom prst="rect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" name="Google Shape;230;p34"/>
          <p:cNvSpPr txBox="1"/>
          <p:nvPr/>
        </p:nvSpPr>
        <p:spPr>
          <a:xfrm>
            <a:off x="3169675" y="590342"/>
            <a:ext cx="254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rPr>
              <a:t>1.1 Reconocimiento</a:t>
            </a:r>
            <a:endParaRPr b="1" sz="1600"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/>
        </p:nvSpPr>
        <p:spPr>
          <a:xfrm>
            <a:off x="1585550" y="4460050"/>
            <a:ext cx="2760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highlight>
                  <a:schemeClr val="accent6"/>
                </a:highlight>
                <a:latin typeface="Nunito"/>
                <a:ea typeface="Nunito"/>
                <a:cs typeface="Nunito"/>
                <a:sym typeface="Nunito"/>
              </a:rPr>
              <a:t>Ip Kali linux: 10.0.2.3</a:t>
            </a:r>
            <a:endParaRPr sz="1600">
              <a:solidFill>
                <a:srgbClr val="434343"/>
              </a:solidFill>
              <a:highlight>
                <a:schemeClr val="accent6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35"/>
          <p:cNvSpPr txBox="1"/>
          <p:nvPr/>
        </p:nvSpPr>
        <p:spPr>
          <a:xfrm>
            <a:off x="1846300" y="685175"/>
            <a:ext cx="52014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rPr>
              <a:t>1.2 Conectividad atacante–víctima</a:t>
            </a:r>
            <a:endParaRPr b="1" sz="1600"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37" name="Google Shape;237;p35"/>
          <p:cNvCxnSpPr/>
          <p:nvPr/>
        </p:nvCxnSpPr>
        <p:spPr>
          <a:xfrm flipH="1">
            <a:off x="2828650" y="3461250"/>
            <a:ext cx="580500" cy="2220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8" name="Google Shape;2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50" y="1292600"/>
            <a:ext cx="7889500" cy="292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5"/>
          <p:cNvSpPr txBox="1"/>
          <p:nvPr/>
        </p:nvSpPr>
        <p:spPr>
          <a:xfrm>
            <a:off x="5118175" y="4460050"/>
            <a:ext cx="3669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434343"/>
                </a:solidFill>
                <a:highlight>
                  <a:schemeClr val="accent6"/>
                </a:highlight>
                <a:latin typeface="Nunito"/>
                <a:ea typeface="Nunito"/>
                <a:cs typeface="Nunito"/>
                <a:sym typeface="Nunito"/>
              </a:rPr>
              <a:t>Ip Ubuntu: 10.0.2.15</a:t>
            </a:r>
            <a:endParaRPr sz="1600">
              <a:solidFill>
                <a:srgbClr val="434343"/>
              </a:solidFill>
              <a:highlight>
                <a:schemeClr val="accent6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35"/>
          <p:cNvSpPr txBox="1"/>
          <p:nvPr/>
        </p:nvSpPr>
        <p:spPr>
          <a:xfrm>
            <a:off x="153450" y="153350"/>
            <a:ext cx="883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 1: Actividad 1 (Pruebas manuales de SQL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Injection Por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pentester real)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7825"/>
            <a:ext cx="8839201" cy="98213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6"/>
          <p:cNvSpPr txBox="1"/>
          <p:nvPr/>
        </p:nvSpPr>
        <p:spPr>
          <a:xfrm>
            <a:off x="1608950" y="544199"/>
            <a:ext cx="563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1.3 Verificación del entorno Docker en la máquina víctima</a:t>
            </a:r>
            <a:endParaRPr sz="1800"/>
          </a:p>
        </p:txBody>
      </p:sp>
      <p:pic>
        <p:nvPicPr>
          <p:cNvPr id="247" name="Google Shape;24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5250" y="2492375"/>
            <a:ext cx="5449900" cy="23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6"/>
          <p:cNvSpPr txBox="1"/>
          <p:nvPr/>
        </p:nvSpPr>
        <p:spPr>
          <a:xfrm>
            <a:off x="2286750" y="2018075"/>
            <a:ext cx="4570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1.4 Autenticación automatizada en DVWA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9" name="Google Shape;249;p36"/>
          <p:cNvSpPr txBox="1"/>
          <p:nvPr/>
        </p:nvSpPr>
        <p:spPr>
          <a:xfrm>
            <a:off x="145525" y="128700"/>
            <a:ext cx="883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 1: Actividad 1 (Pruebas manuales de SQL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Injection Por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pentester real)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/>
        </p:nvSpPr>
        <p:spPr>
          <a:xfrm>
            <a:off x="1608925" y="544199"/>
            <a:ext cx="563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1.4 Ejecución de pruebas de SQL Injection </a:t>
            </a:r>
            <a:endParaRPr sz="1800"/>
          </a:p>
        </p:txBody>
      </p:sp>
      <p:pic>
        <p:nvPicPr>
          <p:cNvPr id="255" name="Google Shape;25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25" y="1112525"/>
            <a:ext cx="8280600" cy="30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7"/>
          <p:cNvSpPr txBox="1"/>
          <p:nvPr/>
        </p:nvSpPr>
        <p:spPr>
          <a:xfrm>
            <a:off x="145525" y="128700"/>
            <a:ext cx="883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 1: Actividad 1 (Pruebas manuales de SQL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Injection Por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pentester real)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610" y="1291200"/>
            <a:ext cx="6607925" cy="25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8"/>
          <p:cNvSpPr txBox="1"/>
          <p:nvPr/>
        </p:nvSpPr>
        <p:spPr>
          <a:xfrm>
            <a:off x="1357225" y="765574"/>
            <a:ext cx="563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1.5 Extracción y validación de resultados</a:t>
            </a:r>
            <a:endParaRPr sz="1800"/>
          </a:p>
        </p:txBody>
      </p:sp>
      <p:sp>
        <p:nvSpPr>
          <p:cNvPr id="263" name="Google Shape;263;p38"/>
          <p:cNvSpPr txBox="1"/>
          <p:nvPr/>
        </p:nvSpPr>
        <p:spPr>
          <a:xfrm>
            <a:off x="145525" y="128700"/>
            <a:ext cx="883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 1: Actividad 1 (Pruebas manuales de SQL 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Injection Por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pentester real)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/>
        </p:nvSpPr>
        <p:spPr>
          <a:xfrm>
            <a:off x="-215425" y="707024"/>
            <a:ext cx="563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 Medición del tiempo de explotación con GNU Time</a:t>
            </a:r>
            <a:endParaRPr sz="1800"/>
          </a:p>
        </p:txBody>
      </p:sp>
      <p:pic>
        <p:nvPicPr>
          <p:cNvPr id="269" name="Google Shape;2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375" y="1201900"/>
            <a:ext cx="4677900" cy="247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8601" y="1791463"/>
            <a:ext cx="3089225" cy="12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9"/>
          <p:cNvSpPr txBox="1"/>
          <p:nvPr/>
        </p:nvSpPr>
        <p:spPr>
          <a:xfrm>
            <a:off x="5960263" y="1201900"/>
            <a:ext cx="27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 Ver el tiempo</a:t>
            </a:r>
            <a:endParaRPr sz="1800"/>
          </a:p>
        </p:txBody>
      </p:sp>
      <p:sp>
        <p:nvSpPr>
          <p:cNvPr id="272" name="Google Shape;272;p39"/>
          <p:cNvSpPr txBox="1"/>
          <p:nvPr/>
        </p:nvSpPr>
        <p:spPr>
          <a:xfrm>
            <a:off x="145525" y="128700"/>
            <a:ext cx="883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 1: Actividad 3 [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Medición.de tiempos con Docker (DVWA en contenedor)]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/>
          <p:nvPr/>
        </p:nvSpPr>
        <p:spPr>
          <a:xfrm>
            <a:off x="145525" y="128700"/>
            <a:ext cx="883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 1: Actividad 4 [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Consolidación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tiempo base humano</a:t>
            </a: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-&gt; Low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8" name="Google Shape;278;p40" title="Tiempo_promedio_low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9400" y="630450"/>
            <a:ext cx="7634669" cy="429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/>
        </p:nvSpPr>
        <p:spPr>
          <a:xfrm>
            <a:off x="145525" y="128700"/>
            <a:ext cx="883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 1: Actividad 4 [Consolidación del tiempo base humano] -&gt; Medium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41" title="Mediu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738" y="643675"/>
            <a:ext cx="7634669" cy="429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/>
        </p:nvSpPr>
        <p:spPr>
          <a:xfrm>
            <a:off x="145525" y="128700"/>
            <a:ext cx="883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Etapa 1: Actividad 4 [Consolidación del tiempo base humano] -&gt; High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42" title="High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00" y="544200"/>
            <a:ext cx="7634669" cy="429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"/>
          <p:cNvSpPr txBox="1"/>
          <p:nvPr/>
        </p:nvSpPr>
        <p:spPr>
          <a:xfrm>
            <a:off x="1111275" y="224900"/>
            <a:ext cx="6747000" cy="12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7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Resultados</a:t>
            </a:r>
            <a:endParaRPr sz="47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43"/>
          <p:cNvSpPr txBox="1"/>
          <p:nvPr/>
        </p:nvSpPr>
        <p:spPr>
          <a:xfrm>
            <a:off x="1283225" y="1772700"/>
            <a:ext cx="6508800" cy="18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s" sz="2100">
                <a:solidFill>
                  <a:schemeClr val="dk1"/>
                </a:solidFill>
              </a:rPr>
              <a:t>Low:</a:t>
            </a:r>
            <a:r>
              <a:rPr lang="es" sz="2100">
                <a:solidFill>
                  <a:schemeClr val="dk1"/>
                </a:solidFill>
              </a:rPr>
              <a:t> Tiempo promedio: 12.743 segundos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s" sz="2100">
                <a:solidFill>
                  <a:schemeClr val="dk1"/>
                </a:solidFill>
              </a:rPr>
              <a:t>Medium:</a:t>
            </a:r>
            <a:r>
              <a:rPr lang="es" sz="2100">
                <a:solidFill>
                  <a:schemeClr val="dk1"/>
                </a:solidFill>
              </a:rPr>
              <a:t> Tiempo promedio: 11.964 segundos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s" sz="2100">
                <a:solidFill>
                  <a:schemeClr val="dk1"/>
                </a:solidFill>
              </a:rPr>
              <a:t>High: </a:t>
            </a:r>
            <a:r>
              <a:rPr lang="es" sz="2100">
                <a:solidFill>
                  <a:schemeClr val="dk1"/>
                </a:solidFill>
              </a:rPr>
              <a:t>Tiempo promedio: 12.425 segundos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/>
        </p:nvSpPr>
        <p:spPr>
          <a:xfrm>
            <a:off x="1018650" y="939275"/>
            <a:ext cx="6747000" cy="26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7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AGENTE AUTÓNOMO</a:t>
            </a:r>
            <a:endParaRPr sz="47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/>
          <p:nvPr/>
        </p:nvSpPr>
        <p:spPr>
          <a:xfrm>
            <a:off x="641539" y="257175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805448" y="111858"/>
            <a:ext cx="225909" cy="22590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5"/>
          <p:cNvSpPr txBox="1"/>
          <p:nvPr>
            <p:ph idx="4294967295" type="title"/>
          </p:nvPr>
        </p:nvSpPr>
        <p:spPr>
          <a:xfrm>
            <a:off x="17825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600">
                <a:solidFill>
                  <a:schemeClr val="dk1"/>
                </a:solidFill>
              </a:rPr>
              <a:t>2. Etapa 2: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09" name="Google Shape;309;p45"/>
          <p:cNvSpPr txBox="1"/>
          <p:nvPr/>
        </p:nvSpPr>
        <p:spPr>
          <a:xfrm>
            <a:off x="1430300" y="468499"/>
            <a:ext cx="563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2.1 Definición de la arquitectura multiagente</a:t>
            </a:r>
            <a:endParaRPr sz="1800"/>
          </a:p>
        </p:txBody>
      </p:sp>
      <p:pic>
        <p:nvPicPr>
          <p:cNvPr id="310" name="Google Shape;31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5450" y="991175"/>
            <a:ext cx="3086100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5"/>
          <p:cNvSpPr txBox="1"/>
          <p:nvPr/>
        </p:nvSpPr>
        <p:spPr>
          <a:xfrm>
            <a:off x="1426316" y="2501424"/>
            <a:ext cx="563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2.2 Diseño del orquestador en Python</a:t>
            </a:r>
            <a:endParaRPr sz="1800"/>
          </a:p>
        </p:txBody>
      </p:sp>
      <p:pic>
        <p:nvPicPr>
          <p:cNvPr id="312" name="Google Shape;31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550" y="3052550"/>
            <a:ext cx="573405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/>
          <p:nvPr/>
        </p:nvSpPr>
        <p:spPr>
          <a:xfrm>
            <a:off x="641539" y="257175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805448" y="111857"/>
            <a:ext cx="225910" cy="22591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6"/>
          <p:cNvSpPr txBox="1"/>
          <p:nvPr>
            <p:ph idx="4294967295" type="title"/>
          </p:nvPr>
        </p:nvSpPr>
        <p:spPr>
          <a:xfrm>
            <a:off x="17825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600">
                <a:solidFill>
                  <a:schemeClr val="dk1"/>
                </a:solidFill>
              </a:rPr>
              <a:t>3. Etapa 3: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320" name="Google Shape;320;p46"/>
          <p:cNvPicPr preferRelativeResize="0"/>
          <p:nvPr/>
        </p:nvPicPr>
        <p:blipFill rotWithShape="1">
          <a:blip r:embed="rId4">
            <a:alphaModFix/>
          </a:blip>
          <a:srcRect b="56276" l="3987" r="4152" t="3786"/>
          <a:stretch/>
        </p:blipFill>
        <p:spPr>
          <a:xfrm>
            <a:off x="827513" y="778150"/>
            <a:ext cx="7488975" cy="186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6"/>
          <p:cNvSpPr txBox="1"/>
          <p:nvPr/>
        </p:nvSpPr>
        <p:spPr>
          <a:xfrm>
            <a:off x="1401850" y="408849"/>
            <a:ext cx="56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3.1 Configutación de Ollama  y despliegue de qwen2.5:7b</a:t>
            </a:r>
            <a:endParaRPr sz="1200"/>
          </a:p>
        </p:txBody>
      </p:sp>
      <p:pic>
        <p:nvPicPr>
          <p:cNvPr id="322" name="Google Shape;322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4456" y="2764538"/>
            <a:ext cx="6875094" cy="97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1935" y="3857650"/>
            <a:ext cx="6773241" cy="9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/>
          <p:nvPr/>
        </p:nvSpPr>
        <p:spPr>
          <a:xfrm>
            <a:off x="641539" y="257175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805448" y="111857"/>
            <a:ext cx="225910" cy="22591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7"/>
          <p:cNvSpPr txBox="1"/>
          <p:nvPr>
            <p:ph idx="4294967295" type="title"/>
          </p:nvPr>
        </p:nvSpPr>
        <p:spPr>
          <a:xfrm>
            <a:off x="17825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600">
                <a:solidFill>
                  <a:schemeClr val="dk1"/>
                </a:solidFill>
              </a:rPr>
              <a:t>3. Etapa 3: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31" name="Google Shape;331;p47"/>
          <p:cNvSpPr txBox="1"/>
          <p:nvPr/>
        </p:nvSpPr>
        <p:spPr>
          <a:xfrm>
            <a:off x="2336375" y="337774"/>
            <a:ext cx="56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3.2  I</a:t>
            </a: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mplementación de los agentes especializados sobre el SLM</a:t>
            </a:r>
            <a:endParaRPr sz="1200"/>
          </a:p>
        </p:txBody>
      </p:sp>
      <p:pic>
        <p:nvPicPr>
          <p:cNvPr id="332" name="Google Shape;332;p47"/>
          <p:cNvPicPr preferRelativeResize="0"/>
          <p:nvPr/>
        </p:nvPicPr>
        <p:blipFill rotWithShape="1">
          <a:blip r:embed="rId4">
            <a:alphaModFix/>
          </a:blip>
          <a:srcRect b="0" l="0" r="21912" t="0"/>
          <a:stretch/>
        </p:blipFill>
        <p:spPr>
          <a:xfrm>
            <a:off x="2128298" y="778150"/>
            <a:ext cx="6271649" cy="25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7"/>
          <p:cNvSpPr txBox="1"/>
          <p:nvPr/>
        </p:nvSpPr>
        <p:spPr>
          <a:xfrm>
            <a:off x="2560650" y="3378275"/>
            <a:ext cx="658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3.3  </a:t>
            </a: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Integración del motor de evasión y el descubrimiento de esquema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4" name="Google Shape;334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6375" y="3747575"/>
            <a:ext cx="6414325" cy="10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7"/>
          <p:cNvSpPr/>
          <p:nvPr/>
        </p:nvSpPr>
        <p:spPr>
          <a:xfrm>
            <a:off x="3656500" y="4050425"/>
            <a:ext cx="3304200" cy="149700"/>
          </a:xfrm>
          <a:prstGeom prst="rect">
            <a:avLst/>
          </a:prstGeom>
          <a:noFill/>
          <a:ln cap="flat" cmpd="sng" w="9525">
            <a:solidFill>
              <a:srgbClr val="FF3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6" name="Google Shape;336;p47"/>
          <p:cNvSpPr/>
          <p:nvPr/>
        </p:nvSpPr>
        <p:spPr>
          <a:xfrm>
            <a:off x="3692375" y="4319350"/>
            <a:ext cx="3304200" cy="149700"/>
          </a:xfrm>
          <a:prstGeom prst="rect">
            <a:avLst/>
          </a:prstGeom>
          <a:noFill/>
          <a:ln cap="flat" cmpd="sng" w="9525">
            <a:solidFill>
              <a:srgbClr val="FF3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47"/>
          <p:cNvSpPr/>
          <p:nvPr/>
        </p:nvSpPr>
        <p:spPr>
          <a:xfrm>
            <a:off x="3692375" y="4588275"/>
            <a:ext cx="4491600" cy="149700"/>
          </a:xfrm>
          <a:prstGeom prst="rect">
            <a:avLst/>
          </a:prstGeom>
          <a:noFill/>
          <a:ln cap="flat" cmpd="sng" w="9525">
            <a:solidFill>
              <a:srgbClr val="FF3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/>
          <p:cNvSpPr/>
          <p:nvPr/>
        </p:nvSpPr>
        <p:spPr>
          <a:xfrm>
            <a:off x="641539" y="2571750"/>
            <a:ext cx="166200" cy="37500"/>
          </a:xfrm>
          <a:prstGeom prst="rect">
            <a:avLst/>
          </a:prstGeom>
          <a:solidFill>
            <a:srgbClr val="FF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805448" y="111857"/>
            <a:ext cx="225910" cy="22591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8"/>
          <p:cNvSpPr txBox="1"/>
          <p:nvPr>
            <p:ph idx="4294967295" type="title"/>
          </p:nvPr>
        </p:nvSpPr>
        <p:spPr>
          <a:xfrm>
            <a:off x="178250" y="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600">
                <a:solidFill>
                  <a:schemeClr val="dk1"/>
                </a:solidFill>
              </a:rPr>
              <a:t>3. Etapa 3: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45" name="Google Shape;345;p48"/>
          <p:cNvSpPr txBox="1"/>
          <p:nvPr/>
        </p:nvSpPr>
        <p:spPr>
          <a:xfrm>
            <a:off x="1926700" y="337774"/>
            <a:ext cx="56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3.4   Validación funcional de la integración (pruebas automatizadas)</a:t>
            </a:r>
            <a:endParaRPr sz="1200"/>
          </a:p>
        </p:txBody>
      </p:sp>
      <p:pic>
        <p:nvPicPr>
          <p:cNvPr id="346" name="Google Shape;346;p48"/>
          <p:cNvPicPr preferRelativeResize="0"/>
          <p:nvPr/>
        </p:nvPicPr>
        <p:blipFill rotWithShape="1">
          <a:blip r:embed="rId4">
            <a:alphaModFix/>
          </a:blip>
          <a:srcRect b="3260" l="0" r="2941" t="0"/>
          <a:stretch/>
        </p:blipFill>
        <p:spPr>
          <a:xfrm>
            <a:off x="2244050" y="707075"/>
            <a:ext cx="5001700" cy="435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9"/>
          <p:cNvSpPr txBox="1"/>
          <p:nvPr>
            <p:ph type="title"/>
          </p:nvPr>
        </p:nvSpPr>
        <p:spPr>
          <a:xfrm>
            <a:off x="178250" y="-83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600">
                <a:solidFill>
                  <a:schemeClr val="dk1"/>
                </a:solidFill>
              </a:rPr>
              <a:t>4</a:t>
            </a:r>
            <a:r>
              <a:rPr lang="es" sz="1600">
                <a:solidFill>
                  <a:schemeClr val="dk1"/>
                </a:solidFill>
              </a:rPr>
              <a:t>. Etapa 4: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52" name="Google Shape;352;p49"/>
          <p:cNvSpPr txBox="1"/>
          <p:nvPr/>
        </p:nvSpPr>
        <p:spPr>
          <a:xfrm>
            <a:off x="1926700" y="254549"/>
            <a:ext cx="56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</a:t>
            </a: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Despliegue de DVWA en contenedor Docker</a:t>
            </a:r>
            <a:endParaRPr sz="1200"/>
          </a:p>
        </p:txBody>
      </p:sp>
      <p:pic>
        <p:nvPicPr>
          <p:cNvPr id="353" name="Google Shape;35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783" y="623838"/>
            <a:ext cx="7667867" cy="169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9"/>
          <p:cNvSpPr txBox="1"/>
          <p:nvPr/>
        </p:nvSpPr>
        <p:spPr>
          <a:xfrm>
            <a:off x="813775" y="2454925"/>
            <a:ext cx="70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4.2   </a:t>
            </a: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Despliegue de los tiers de defensa: sin WAF / WAF regex-naive / ModSecurity + CRS</a:t>
            </a:r>
            <a:endParaRPr sz="1200"/>
          </a:p>
        </p:txBody>
      </p:sp>
      <p:pic>
        <p:nvPicPr>
          <p:cNvPr id="355" name="Google Shape;35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988" y="2824225"/>
            <a:ext cx="6931450" cy="207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0"/>
          <p:cNvSpPr txBox="1"/>
          <p:nvPr>
            <p:ph type="title"/>
          </p:nvPr>
        </p:nvSpPr>
        <p:spPr>
          <a:xfrm>
            <a:off x="-182400" y="-46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600">
                <a:solidFill>
                  <a:schemeClr val="dk1"/>
                </a:solidFill>
              </a:rPr>
              <a:t>4. Etapa 4: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61" name="Google Shape;361;p50"/>
          <p:cNvSpPr txBox="1"/>
          <p:nvPr/>
        </p:nvSpPr>
        <p:spPr>
          <a:xfrm>
            <a:off x="1566050" y="291549"/>
            <a:ext cx="56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4.3   </a:t>
            </a: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Verificación de la reproducibilidad del entorno </a:t>
            </a:r>
            <a:endParaRPr sz="1200"/>
          </a:p>
        </p:txBody>
      </p:sp>
      <p:pic>
        <p:nvPicPr>
          <p:cNvPr id="362" name="Google Shape;362;p50"/>
          <p:cNvPicPr preferRelativeResize="0"/>
          <p:nvPr/>
        </p:nvPicPr>
        <p:blipFill rotWithShape="1">
          <a:blip r:embed="rId3">
            <a:alphaModFix/>
          </a:blip>
          <a:srcRect b="0" l="0" r="18831" t="0"/>
          <a:stretch/>
        </p:blipFill>
        <p:spPr>
          <a:xfrm>
            <a:off x="6658250" y="1563200"/>
            <a:ext cx="2273101" cy="100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025" y="660850"/>
            <a:ext cx="5978750" cy="431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1"/>
          <p:cNvSpPr txBox="1"/>
          <p:nvPr>
            <p:ph type="title"/>
          </p:nvPr>
        </p:nvSpPr>
        <p:spPr>
          <a:xfrm>
            <a:off x="-182400" y="-46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600">
                <a:solidFill>
                  <a:schemeClr val="dk1"/>
                </a:solidFill>
              </a:rPr>
              <a:t>5</a:t>
            </a:r>
            <a:r>
              <a:rPr lang="es" sz="1600">
                <a:solidFill>
                  <a:schemeClr val="dk1"/>
                </a:solidFill>
              </a:rPr>
              <a:t>. Etapa 5: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69" name="Google Shape;369;p51"/>
          <p:cNvSpPr txBox="1"/>
          <p:nvPr/>
        </p:nvSpPr>
        <p:spPr>
          <a:xfrm>
            <a:off x="1566050" y="291549"/>
            <a:ext cx="56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.1  </a:t>
            </a: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Reconocimiento de la aplicación web objetivo</a:t>
            </a:r>
            <a:endParaRPr sz="1200"/>
          </a:p>
        </p:txBody>
      </p:sp>
      <p:pic>
        <p:nvPicPr>
          <p:cNvPr id="370" name="Google Shape;370;p51"/>
          <p:cNvPicPr preferRelativeResize="0"/>
          <p:nvPr/>
        </p:nvPicPr>
        <p:blipFill rotWithShape="1">
          <a:blip r:embed="rId3">
            <a:alphaModFix/>
          </a:blip>
          <a:srcRect b="0" l="0" r="18026" t="0"/>
          <a:stretch/>
        </p:blipFill>
        <p:spPr>
          <a:xfrm>
            <a:off x="651775" y="730025"/>
            <a:ext cx="7246051" cy="96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7000" y="1766720"/>
            <a:ext cx="5272653" cy="3141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2"/>
          <p:cNvSpPr txBox="1"/>
          <p:nvPr>
            <p:ph type="title"/>
          </p:nvPr>
        </p:nvSpPr>
        <p:spPr>
          <a:xfrm>
            <a:off x="-182400" y="-46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600">
                <a:solidFill>
                  <a:schemeClr val="dk1"/>
                </a:solidFill>
              </a:rPr>
              <a:t>5. Etapa 5: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77" name="Google Shape;377;p52"/>
          <p:cNvSpPr txBox="1"/>
          <p:nvPr/>
        </p:nvSpPr>
        <p:spPr>
          <a:xfrm>
            <a:off x="1566050" y="291549"/>
            <a:ext cx="56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5.2  </a:t>
            </a: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Descubrimiento de esquema, planificación y generación de payloads</a:t>
            </a:r>
            <a:endParaRPr sz="1200"/>
          </a:p>
        </p:txBody>
      </p:sp>
      <p:pic>
        <p:nvPicPr>
          <p:cNvPr id="378" name="Google Shape;37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00" y="711524"/>
            <a:ext cx="7423782" cy="4177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3"/>
          <p:cNvSpPr txBox="1"/>
          <p:nvPr>
            <p:ph type="title"/>
          </p:nvPr>
        </p:nvSpPr>
        <p:spPr>
          <a:xfrm>
            <a:off x="-182400" y="-46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600">
                <a:solidFill>
                  <a:schemeClr val="dk1"/>
                </a:solidFill>
              </a:rPr>
              <a:t>5. Etapa 5: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84" name="Google Shape;384;p53"/>
          <p:cNvSpPr txBox="1"/>
          <p:nvPr/>
        </p:nvSpPr>
        <p:spPr>
          <a:xfrm>
            <a:off x="1566050" y="291549"/>
            <a:ext cx="56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5.3  </a:t>
            </a:r>
            <a:r>
              <a:rPr b="1" lang="e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Ejecución de payloads sobre el objetivo (niveles DVWA × tiers de WAF)</a:t>
            </a:r>
            <a:endParaRPr sz="1200"/>
          </a:p>
        </p:txBody>
      </p:sp>
      <p:pic>
        <p:nvPicPr>
          <p:cNvPr id="385" name="Google Shape;38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950" y="660849"/>
            <a:ext cx="7423782" cy="4177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type="title"/>
          </p:nvPr>
        </p:nvSpPr>
        <p:spPr>
          <a:xfrm>
            <a:off x="311700" y="15900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s"/>
              <a:t>Gracias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